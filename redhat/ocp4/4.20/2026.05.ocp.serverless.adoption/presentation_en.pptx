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33"/>
  </p:normalViewPr>
  <p:slideViewPr>
    <p:cSldViewPr snapToGrid="0" snapToObjects="1">
      <p:cViewPr varScale="1">
        <p:scale>
          <a:sx n="147" d="100"/>
          <a:sy n="147" d="100"/>
        </p:scale>
        <p:origin x="10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51515"/>
                </a:solidFill>
                <a:latin typeface="Arial"/>
              </a:rPr>
              <a:t>OpenShift Serverless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Unified Multi-Cloud Serverless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46120"/>
            <a:ext cx="1828800" cy="6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E73"/>
                </a:solidFill>
                <a:latin typeface="Arial"/>
              </a:rPr>
              <a:t>Cathay Technical Proposal  |  Validated on Live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Validated on ROSA HCP 4.20.21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6E73"/>
                </a:solidFill>
                <a:latin typeface="Arial"/>
              </a:rPr>
              <a:t>2026-05-13  |  Red Hat Adoption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" y="1417320"/>
            <a:ext cx="5507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EE000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9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Multi-Cloud Serverless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733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N clouds x M functions = NxM independent CI/CD pipelines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79" y="2194560"/>
            <a:ext cx="5507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6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OpenShift Serverless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505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Knative Serving + Eventing + Functions — unified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8892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79" y="2971800"/>
            <a:ext cx="5507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4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Validated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2783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Knative vs Lambda: performance, complexity, and cost benchmarks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79" y="3749040"/>
            <a:ext cx="5507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23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Workflow 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050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SonataFlow vs AWS Step Functions — live comparison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4340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79" y="4526280"/>
            <a:ext cx="5507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500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Enterprise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823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Unified CI/CD, multi-cloud portability, event-driven architecture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2064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79" y="5303520"/>
            <a:ext cx="5507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278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Implementation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5595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8-week phased rollout plan with success criteria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Multi-Cloud Serverless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N clouds x M functions = NxM independent CI/CD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1" i="0">
                <a:solidFill>
                  <a:srgbClr val="2B2B2B"/>
                </a:solidFill>
                <a:latin typeface="Arial"/>
              </a:rPr>
              <a:t>  Each cloud requires its own CI/CD pipeline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AWS Lambda: SAM/CDK + IAM + API Gateway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Azure Functions: func CLI + bindings + triggers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Alibaba Cloud / GCP: separate deployment tools &amp; SDKs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1" i="0">
                <a:solidFill>
                  <a:srgbClr val="2B2B2B"/>
                </a:solidFill>
                <a:latin typeface="Arial"/>
              </a:rPr>
              <a:t>  Operational overhead scales linearly with cloud count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NxM pipelines = NxM maintenance cost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Every change must be replicated across multiple platforms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1" i="0">
                <a:solidFill>
                  <a:srgbClr val="2B2B2B"/>
                </a:solidFill>
                <a:latin typeface="Arial"/>
              </a:rPr>
              <a:t>  Deep vendor lock-in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Proprietary SDKs, trigger models, and deployment tools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Migration cost grows over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E73"/>
                </a:solidFill>
                <a:latin typeface="Arial"/>
              </a:rPr>
              <a:t>Func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371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E73"/>
                </a:solidFill>
                <a:latin typeface="Arial"/>
              </a:rPr>
              <a:t>Func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1371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E73"/>
                </a:solidFill>
                <a:latin typeface="Arial"/>
              </a:rPr>
              <a:t>Func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0000"/>
                </a:solidFill>
                <a:latin typeface="Arial"/>
              </a:rPr>
              <a:t>AWS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A60000"/>
                </a:solidFill>
                <a:latin typeface="Arial"/>
              </a:rPr>
              <a:t>CI/CD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6459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A60000"/>
                </a:solidFill>
                <a:latin typeface="Arial"/>
              </a:rPr>
              <a:t>CI/CD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16459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A60000"/>
                </a:solidFill>
                <a:latin typeface="Arial"/>
              </a:rPr>
              <a:t>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860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6E73"/>
                </a:solidFill>
                <a:latin typeface="Arial"/>
              </a:rPr>
              <a:t>Azure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2860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4160" y="22860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926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8D90"/>
                </a:solidFill>
                <a:latin typeface="Arial"/>
              </a:rPr>
              <a:t>GCP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92608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92608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292608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60000"/>
                </a:solidFill>
                <a:latin typeface="Arial"/>
              </a:rPr>
              <a:t>3 clouds x 50 functions = 150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Current State vs. Target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From NxM pipelines to 1xM pipelines — architecture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0000"/>
                </a:solidFill>
                <a:latin typeface="Arial"/>
              </a:rPr>
              <a:t>Current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1168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A60000"/>
                </a:solidFill>
                <a:latin typeface="Arial"/>
              </a:rPr>
              <a:t>AWS Lambda
(multiple functions)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0116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A60000"/>
                </a:solidFill>
                <a:latin typeface="Arial"/>
              </a:rPr>
              <a:t>CI/CD for AWS
(SAM/CDK)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6A6E73"/>
                </a:solidFill>
                <a:latin typeface="Arial"/>
              </a:rPr>
              <a:t>Azure Functions
(planned)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9260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6A6E73"/>
                </a:solidFill>
                <a:latin typeface="Arial"/>
              </a:rPr>
              <a:t>CI/CD for Azure
(func CLI)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4206240" cy="4114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N clouds x M functions = NxM pipelines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60720" y="3291840"/>
            <a:ext cx="640080" cy="27432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3017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E0000"/>
                </a:solidFill>
                <a:latin typeface="Arial"/>
              </a:rPr>
              <a:t>Migrate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Target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01168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151515"/>
                </a:solidFill>
                <a:latin typeface="Arial"/>
              </a:rPr>
              <a:t>Unified CI/CD Pipeline
(Tekton + ArgoCD)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66280" y="2037080"/>
            <a:ext cx="406400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40880" y="2926080"/>
            <a:ext cx="41148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Container Image (OCI) + Knative 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9969" y="365760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ROSA
(AWS)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31569" y="365760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ARO
(Azure)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03169" y="365760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OCP
(Ali/GCP)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754329" y="3428999"/>
            <a:ext cx="182880" cy="1828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9125929" y="3428999"/>
            <a:ext cx="182880" cy="1828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10497529" y="3428999"/>
            <a:ext cx="182880" cy="1828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53639" y="4572000"/>
            <a:ext cx="4206240" cy="411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 dirty="0">
                <a:solidFill>
                  <a:srgbClr val="151515"/>
                </a:solidFill>
                <a:latin typeface="Arial"/>
              </a:rPr>
              <a:t>1 pipeline x M functions = M pipelines (cloud-agnostic)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Test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All data from end-to-end testing on live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63040"/>
          <a:ext cx="73152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Details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ROSA Cluster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rosa-fhmhp, Hosted CP, OCP 4.20.21, K8s v1.33.10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Worker Nodes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2x m6a.xlarge, us-east-2a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AWS Region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us-east-2 (Ohio)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Serverless Operator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v1.37.1 (Knative 1.17)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Serverless Logic Operator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v1.37.2 (GA, stable channel)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AWS Lambda Runtime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Python 3.12.13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Comparison Method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Same region, same network, same business logic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Picture 10" descr="2026-05-12-20-10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463040"/>
            <a:ext cx="3200400" cy="34836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Performance: Knative Serving vs AWS 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Same business logic, same AWS region, end-to-end measured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AWS Lambda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OpenShift Serverless (Knative)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Cold Start Latency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~292ms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~1.67s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Lambda cold start is faster (no pod spin-up)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Warm Request Latency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~44-55ms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~28-30ms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Knative is faster (in-cluster network)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Scale-to-Zero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Auto (~15min)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Auto (~90s, configurable)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Knative scales down faster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Deployment Complexity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11 CLI commands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3 AWS services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1 oc apply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1 YAML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Knative greatly simplified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Multi-Cloud Support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AWS only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ROSA / ARO / OCP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(any cloud)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Knative is portable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CI/CD Pipelines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Separate per cloud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One pipeline for all clusters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Ops cost N to 1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577840"/>
            <a:ext cx="10911535" cy="4114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Warm latency: Knative 40% faster than Lambda   |   Deployment complexity reduced 90%   |   CI/CD pipelines: N to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Deployment Complexity: 11 Steps vs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Full steps required to create a simple HTTP function with an exposed endpoint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0000"/>
                </a:solidFill>
                <a:latin typeface="Arial"/>
              </a:rPr>
              <a:t>AWS 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11 CLI commands | 3 AWS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1.  Write function code + ZIP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2.  Create IAM Trust Policy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3.  aws iam create-role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4.  aws iam attach-role-policy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5.  aws lambda create-function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6.  aws lambda wait function-active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490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7.  aws apigatewayv2 create-api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8.  aws lambda add-permission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9.  aws apigatewayv2 create-integration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10. aws apigatewayv2 create-route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11. aws apigatewayv2 create-stage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57800"/>
            <a:ext cx="3200400" cy="3200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A60000"/>
                </a:solidFill>
                <a:latin typeface="Arial"/>
              </a:rPr>
              <a:t>IAM + Lambda + 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OpenShift Serverless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1 command | 1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10312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oc apply -f knative-service.yaml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Route auto-generated (HTTPS)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7296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TLS certificate auto-configured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46557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Autoscaling policy via annotations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581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No IAM, API Gateway, or permission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507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No activation wait — ready in ~10s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508760"/>
            <a:ext cx="25400" cy="4572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Developer Experience: kn func vs 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"Just write code, forget about containers" — Lambda-equivalent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AWS Lambda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kn func (Knative Functions)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Scaffold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sam init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 func create -l python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Write Code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lambda_handler(event, context)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Function.handle(scope, receive, send)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sam build / zip package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 func build (S2I, no Dockerfile)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Deploy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sam deploy + IAM + API GW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 service create --image ...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Dockerfile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Not needed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Not needed (S2I auto-build)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SDK Dependency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AWS SDK, boto3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None (standard HTTP/ASGI)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Languages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Python/Node/Go/Java/...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Python/Node/Go/Quarkus/Rust/TS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Warm Latency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~44-55ms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~28-31ms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Multi-Cloud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AWS only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Any OCP cluster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6692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Also supports standard Dockerfile builds — same runtime, compatible with existing CI/CD pipelines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Scale-to-Zero: Automatic Cost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No traffic: Pods→0, Nodes→0, Compute cost→$0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0000"/>
                </a:solidFill>
                <a:latin typeface="Arial"/>
              </a:rPr>
              <a:t>No Traffic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Request rate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8745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Knative
Scale-to-Zero
Pods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8745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Machine Pool
Nodes = 0
(auto scale-down)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745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Cost = $0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34640" y="2148840"/>
            <a:ext cx="32004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5394960" y="2148840"/>
            <a:ext cx="32004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8138160" y="2148840"/>
            <a:ext cx="32004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1515"/>
                </a:solidFill>
                <a:latin typeface="Arial"/>
              </a:rPr>
              <a:t>Traffic Arrives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Request
arrives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Activator
buffers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Cluster auto-scales
adds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Knative Pod
starts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Request served
(cold start ~1.5s)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468880" y="3703320"/>
            <a:ext cx="27432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4572000" y="3703320"/>
            <a:ext cx="27432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6675120" y="3703320"/>
            <a:ext cx="27432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8778240" y="3703320"/>
            <a:ext cx="27432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6E73"/>
                </a:solidFill>
                <a:latin typeface="Arial"/>
              </a:rPr>
              <a:t>Scale-to-Zero Timeline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7492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Arial"/>
              </a:rPr>
              <a:t>15-30s grace
(pods still running)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507492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Arial"/>
              </a:rPr>
              <a:t>60s stable window
(pods terminate)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07492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Arial"/>
              </a:rPr>
              <a:t>Node idle 10m
(nodes removed)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50749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Arial"/>
              </a:rPr>
              <a:t>Compute cost $0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926080" y="5257800"/>
            <a:ext cx="457200" cy="13716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5760720" y="5257800"/>
            <a:ext cx="457200" cy="13716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8595360" y="5257800"/>
            <a:ext cx="457200" cy="13716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Cost Comparison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Monthly cost estimates for a 50-function workload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17320"/>
          <a:ext cx="73152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AWS Lambda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Knative on ROSA (Spot)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Invocation Cost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$0.20/million requests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$0 (included in compute)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Compute (128MB, 1s)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$0.0000021/request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Scale-to-zero = $0 when idle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Warm-Up Cost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Provisioned Concurrency $$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minScale=0, no idle cost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Data Transfer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Cross-service charges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In-cluster = free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Multi-Cloud Overhead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N/A (single cloud)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Same image, same YAML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CI/CD Pipeline Cost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Separate per cloud $$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One pipeline for all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Node Idle Cost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$0 (auto scale-down removes nodes)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754880"/>
          <a:ext cx="73152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Traffic Scenario</a:t>
                      </a:r>
                    </a:p>
                  </a:txBody>
                  <a:tcPr marL="76200" marR="76200" marT="38100" marB="38100" anchor="ctr"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AWS Lambda</a:t>
                      </a:r>
                    </a:p>
                  </a:txBody>
                  <a:tcPr marL="76200" marR="76200" marT="38100" marB="38100" anchor="ctr"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Knative on ROSA (Spot)</a:t>
                      </a:r>
                    </a:p>
                  </a:txBody>
                  <a:tcPr marL="76200" marR="76200" marT="38100" marB="38100" anchor="ctr"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Savings</a:t>
                      </a:r>
                    </a:p>
                  </a:txBody>
                  <a:tcPr marL="76200" marR="76200" marT="38100" marB="38100" anchor="ctr">
                    <a:solidFill>
                      <a:srgbClr val="A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Low (intermittent)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$200-500/mo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~$0 (fully scaled to zero)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$500-2000+/mo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$200-600/mo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60-70%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Across 3 clouds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3x cost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1x CI/CD + 3x OCP compute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50%+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Note: For sustained high-throughput functions, Lambda may be more cost-effective. Knative excels for bursty/intermittent workloads and multi-cloud scenarios.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Event-Driven Architecture: Knative Eventing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Unified event model — replaces CloudWatch Events / SQS / S3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3291840" cy="36576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Mode 1: Direct Sink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5480" y="1579880"/>
            <a:ext cx="324104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PingSource → Service
Point-to-point, zero middleware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65176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EE000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Current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291840" cy="365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2B2B2B"/>
                </a:solidFill>
                <a:latin typeface="Arial"/>
              </a:rPr>
              <a:t>Mode 2: Channel + Sub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Source → Channel → Service A/B
Fan-out, ordered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65176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1" i="0">
                <a:solidFill>
                  <a:srgbClr val="6A6E73"/>
                </a:solidFill>
                <a:latin typeface="Arial"/>
              </a:rPr>
              <a:t>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291840" cy="365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2B2B2B"/>
                </a:solidFill>
                <a:latin typeface="Arial"/>
              </a:rPr>
              <a:t>Mode 3: Broker +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Multi Source → Broker → Multi Service
Attribute-based routing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65176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1" i="0">
                <a:solidFill>
                  <a:srgbClr val="6A6E73"/>
                </a:solidFill>
                <a:latin typeface="Arial"/>
              </a:rPr>
              <a:t>Production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337560"/>
          <a:ext cx="10911534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Lambda Trigger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Knative Equivalent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Delivery Mode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CloudWatch Events / EventBridge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PingSource (cron schedule)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Direct Sink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SQS trigger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KafkaSource + AMQ Streams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Channel / Broker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S3 event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SinkBinding via Eventing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Broker + Trigger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API Gateway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Knative Route (auto-created)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HTTP direct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Knative Channel + Subscription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Design philosophy: Zero middleware for simple cases (Direct Sink); add Channel/Broker + Kafka only when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KEY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Workflow Orchestration: SonataFlow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Replaces AWS Step Functions — built on CNCF Serverless Workflow open 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1515"/>
                </a:solidFill>
                <a:latin typeface="Arial"/>
              </a:rPr>
              <a:t>Order Processing Workflow — Live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A60000"/>
                </a:solidFill>
                <a:latin typeface="Arial"/>
              </a:rPr>
              <a:t>Receive
Order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860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517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Validate
Order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148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Process
Payment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6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Check
Inventory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724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Ship
Order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012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669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Notify
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43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CNCF Serverless Workflow Spec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94436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Open standard, not proprietary ASL — workflow definitions are runtime-portable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Kubernetes Native (CRD)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472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Workflow definitions are K8s CRs — seamless GitOps and CI/CD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49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jq Expression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5020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More powerful data transformation than ASL's JSONPath (Turing-complete)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Built-in Dev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5312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SwaggerUI + DevUI out of the box, no additional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Consistent Multi-Cloud 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5604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Same SonataFlow YAML deploys to ROSA, ARO, or any OCP cluster</a:t>
            </a:r>
          </a:p>
        </p:txBody>
      </p:sp>
      <p:pic>
        <p:nvPicPr>
          <p:cNvPr id="32" name="Picture 31" descr="2026-05-12-20-08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743200"/>
            <a:ext cx="3017520" cy="20130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59F2075-F309-0D6D-01E0-903BA0399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439" y="4433794"/>
            <a:ext cx="3694126" cy="16012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SonataFlow vs AWS Step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Same order-processing workflow, live comparison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4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AWS Step Functions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SonataFlow on ROSA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Workflow Execution Latency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~2ms (Express)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~46ms (warm request)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First Request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~962ms (incl. CLI overhead)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~220ms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Workflow Spec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ASL (AWS proprietary)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CNCF Serverless Workflow (open standard)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Expression Language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JSONPath + limited intrinsics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jq (full-featured, Turing-complete)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Deployment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aws sfn create-state-machine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oc apply -f sonataflow.yaml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Multi-Cloud Portable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AWS only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Any OCP cluster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K8s Native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Yes (CRD + Operator)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Human Approval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Activity Task + SQS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Built-in Callback State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Cost Model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Per state transition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Included in OCP compute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Visual Editor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Workflow Studio (built-in)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VS Code extension + Web Tools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GitOps Friendly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Console edits bypass Git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YAML CRD + Git version control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Vendor Lock-in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High (ASL proprietary)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Low (CNCF standard)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715000"/>
            <a:ext cx="10911535" cy="36576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A60000"/>
                </a:solidFill>
                <a:latin typeface="Arial"/>
              </a:rPr>
              <a:t>Design philosophy: AWS favors Console-first   |   SonataFlow favors Code-first + GitOps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Unified CI/CD: Tekton + ArgoCD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One pipeline for all OCP clusters — Git Push → Build → Deploy, fully automated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Git Push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40280" y="1828800"/>
            <a:ext cx="36576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51760" y="164592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Git Repo
(GitHub/GitLab)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26280" y="1828800"/>
            <a:ext cx="36576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7760" y="164592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Tekton
EventListener
(webhook)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63160" y="1671320"/>
            <a:ext cx="177800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5715000" y="2286000"/>
            <a:ext cx="182880" cy="4114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11680" y="27432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Clone
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7080" y="2768600"/>
            <a:ext cx="196088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97680" y="27432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Build &amp;
Push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3080" y="2768600"/>
            <a:ext cx="196088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83680" y="27432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Deploy via
GitOps (ArgoCD)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9080" y="2768600"/>
            <a:ext cx="196088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4069080" y="2926080"/>
            <a:ext cx="18288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6355080" y="2926080"/>
            <a:ext cx="18288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7452360" y="3383280"/>
            <a:ext cx="182880" cy="4114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54880" y="38404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ROSA (AWS)
Knative Svc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38404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ARO (Azure)
Knative Svc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38404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OCP (Ali/GCP)
Knative Svc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GitOps Repo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920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2B2B"/>
                </a:solidFill>
                <a:latin typeface="Arial"/>
              </a:rPr>
              <a:t>base/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1214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knative-service-template.yaml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32257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2B2B"/>
                </a:solidFill>
                <a:latin typeface="Arial"/>
              </a:rPr>
              <a:t>overlays/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52374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rosa-prod/ (scale, registry)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72491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aro-prod/ (registry override)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26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ocp-ali/ (registry override)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1272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2B2B"/>
                </a:solidFill>
                <a:latin typeface="Arial"/>
              </a:rPr>
              <a:t>argocd/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32841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rosa-prod-app.yaml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52958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aro-prod-app.yaml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623560"/>
            <a:ext cx="10911535" cy="365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151515"/>
                </a:solidFill>
                <a:latin typeface="Arial"/>
              </a:rPr>
              <a:t>Only differences: Registry URL + DNS + load balancer type — handled by Kustomize Overlays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Multi-Cloud Portability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Same container image + same Knative YAML → any OCP cluster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73736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Container Image (OCI)
+
Knative Service YAML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0200" y="1762760"/>
            <a:ext cx="388112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2743200" y="2697480"/>
            <a:ext cx="182880" cy="36576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5577840" y="2697480"/>
            <a:ext cx="182880" cy="36576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8412480" y="2697480"/>
            <a:ext cx="182880" cy="36576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0" y="315468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ROSA (AWS)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Arial"/>
              </a:rPr>
              <a:t>Registry: Quay.io/ECR
Ingress: Kourier + NLB
Spot instance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15468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ARO (Azure)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Arial"/>
              </a:rPr>
              <a:t>Registry: ACR/Quay.io
Ingress: Kourier + ALB
On-demand/reserved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15468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OCP (Ali/GCP)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Arial"/>
              </a:rPr>
              <a:t>Registry: Harbor/Quay
Ingress: Kourier + LB
Self-managed, flexible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7825" y="4206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1515"/>
                </a:solidFill>
                <a:latin typeface="Arial"/>
              </a:rPr>
              <a:t>Lambda → Knative Concept Mapping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828786"/>
              </p:ext>
            </p:extLst>
          </p:nvPr>
        </p:nvGraphicFramePr>
        <p:xfrm>
          <a:off x="3217825" y="4480560"/>
          <a:ext cx="64008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AWS Lambda Concept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Knative / OpenShift Equivalent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Lambda Function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Knative Service (ksvc)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API Gateway trigger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Knative Route (auto-created)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SQS trigger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KafkaSource + AMQ Streams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EventBridge Schedule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PingSource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Env variables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ConfigMap / Secret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Versioning / Alias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Knative Revisions + Traffic Splitting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SAM template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Knative YAML + Tekton Pipeline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8-week phased rollout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76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04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88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6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44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72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37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1: Install Serverless Operator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93852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Week 1-2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1755648"/>
            <a:ext cx="1625600" cy="320040"/>
          </a:xfrm>
          <a:prstGeom prst="roundRect">
            <a:avLst>
              <a:gd name="adj" fmla="val 30000"/>
            </a:avLst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Install Serverless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331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2: Dedicated Machine Pool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328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Week 2-3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27600" y="2350008"/>
            <a:ext cx="1625600" cy="320040"/>
          </a:xfrm>
          <a:prstGeom prst="roundRect">
            <a:avLst>
              <a:gd name="adj" fmla="val 30000"/>
            </a:avLst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Dedicated Machine 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3: Lambda Migration (Pilot)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Week 3-5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0400" y="2944368"/>
            <a:ext cx="2438400" cy="320040"/>
          </a:xfrm>
          <a:prstGeom prst="roundRect">
            <a:avLst>
              <a:gd name="adj" fmla="val 30000"/>
            </a:avLst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Lambda Migration (Pilot)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4: Unified CI/CD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21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Week 4-6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3200" y="3538728"/>
            <a:ext cx="2438400" cy="320040"/>
          </a:xfrm>
          <a:prstGeom prst="roundRect">
            <a:avLst>
              <a:gd name="adj" fmla="val 30000"/>
            </a:avLst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Unified CI/CD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114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5: Event Source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159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Week 5-7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6000" y="4133088"/>
            <a:ext cx="2438400" cy="320040"/>
          </a:xfrm>
          <a:prstGeom prst="roundRect">
            <a:avLst>
              <a:gd name="adj" fmla="val 30000"/>
            </a:avLst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Event Source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709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6: Cost 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1032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Week 6-7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78800" y="4727448"/>
            <a:ext cx="1625600" cy="320040"/>
          </a:xfrm>
          <a:prstGeom prst="roundRect">
            <a:avLst>
              <a:gd name="adj" fmla="val 30000"/>
            </a:avLst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Cost Optimization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03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7: Multi-Cloud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5046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Week 7-8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1600" y="5321808"/>
            <a:ext cx="1625600" cy="320040"/>
          </a:xfrm>
          <a:prstGeom prst="roundRect">
            <a:avLst>
              <a:gd name="adj" fmla="val 30000"/>
            </a:avLst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Multi-Cloud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8: Workflow Orchestration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990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Week 7-9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1600" y="5916168"/>
            <a:ext cx="2438400" cy="320040"/>
          </a:xfrm>
          <a:prstGeom prst="roundRect">
            <a:avLst>
              <a:gd name="adj" fmla="val 30000"/>
            </a:avLst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Workflow Orchestration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1" y="5586984"/>
            <a:ext cx="3200400" cy="36576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A60000"/>
                </a:solidFill>
                <a:latin typeface="Arial"/>
              </a:rPr>
              <a:t>Estimated total duration: 6-8 weeks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Measurable acceptance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4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Measurement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Test Status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Unified CI/CD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Single Tekton Pipeline deploys to all target clouds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Design ready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Scale-to-Zero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Pod count drops to 0, nodes removed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Validated ✓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Cost Reduction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Cost reduced ≥30% vs equivalent Lambda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Model validated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Cold Start &lt; 10s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P95 cold start latency under 10 seconds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Measured 1.67s ✓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Multi-Cloud Portable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Same function image + YAML deploys to ROSA and ARO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Architecture ready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Migration Coverage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≥3 Lambda functions migrated as proof of concept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Ops Readiness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Monitoring dashboards, alerts, and runbook delivered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Docs ready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Workflow Orchestration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SonataFlow replaces Step Functions POC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Validated ✓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Unified Multi-Cloud Serverless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9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Warm request latency: Knative 40% faster than 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733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Measured: Knative ~28-30ms vs Lambda ~44-55ms — zero overhead from in-cluster networking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60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Deployment complexity reduced from 11 steps to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4203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No IAM, API Gateway, or permission setup — one declarative YAML deployment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2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CI/CD pipelines reduced from N to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1071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Tekton + ArgoCD + Kustomize Overlays → one pipeline for all clouds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97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Scale-to-Zero delivers true pay-per-use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7939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No traffic → Pods scale to zero → Nodes removed → Compute cost $0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89204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66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Built on open standards, eliminating vendor lock-in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1480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Knative (CNCF) + CNCF Serverless Workflow + OCI container standards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760720"/>
            <a:ext cx="10911535" cy="4114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Next step: Launch Phase 1 — install OpenShift Serverless on existing ROSA cluster, complete first pilot function migration within 2 weeks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51515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6A6E73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657600"/>
            <a:ext cx="155448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6E73"/>
                </a:solidFill>
                <a:latin typeface="Arial"/>
              </a:rPr>
              <a:t>Red Hat Adoption Team  |  2026-05-13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D90"/>
                </a:solidFill>
                <a:latin typeface="Arial"/>
              </a:rPr>
              <a:t>Test Environment: ROSA HCP 4.20.21 (us-east-2)
Documentation: solution.md + steps.md (full commands and output)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2403</Words>
  <Application>Microsoft Macintosh PowerPoint</Application>
  <PresentationFormat>Widescreen</PresentationFormat>
  <Paragraphs>502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zheng wang</cp:lastModifiedBy>
  <cp:revision>5</cp:revision>
  <dcterms:created xsi:type="dcterms:W3CDTF">2013-01-27T09:14:16Z</dcterms:created>
  <dcterms:modified xsi:type="dcterms:W3CDTF">2026-05-13T03:04:38Z</dcterms:modified>
  <cp:category/>
</cp:coreProperties>
</file>